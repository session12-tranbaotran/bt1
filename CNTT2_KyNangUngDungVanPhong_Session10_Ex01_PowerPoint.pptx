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/>
              <a:t>Doanh thu (triệu đồng)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(triệu đồng)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Giai đoạn 1</c:v>
                </c:pt>
                <c:pt idx="1">
                  <c:v>Giai đoạn 2</c:v>
                </c:pt>
                <c:pt idx="2">
                  <c:v>Giai đoạn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8.2</c:v>
                </c:pt>
                <c:pt idx="1">
                  <c:v>10</c:v>
                </c:pt>
                <c:pt idx="2">
                  <c:v>11.5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Arial"/>
              </a:rPr>
              <a:t>Doanh thu tăng 15% nhờ ưu đãi nạp điện thoại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latin typeface="Arial"/>
              </a:rPr>
              <a:t>Báo cáo doanh thu PayKX</a:t>
            </a:r>
          </a:p>
          <a:p>
            <a:r>
              <a:rPr sz="3000" b="0">
                <a:latin typeface="Arial"/>
              </a:rPr>
              <a:t>Tháng 9</a:t>
            </a:r>
          </a:p>
          <a:p>
            <a:r>
              <a:rPr sz="3000" b="0">
                <a:latin typeface="Arial"/>
              </a:rPr>
              <a:t>Người thực hiện: Trần Bảo Trân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Arial"/>
              </a:rPr>
              <a:t>Doanh thu tăng qua từng giai đoạn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latin typeface="Arial"/>
              </a:rPr>
              <a:t>Doanh thu tăng từ 10 triệu lên 11,5 triệu, tương đương 15%.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743200"/>
          <a:ext cx="98755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Arial"/>
              </a:rPr>
              <a:t>Ưu đãi giúp thu hút người dùng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latin typeface="Arial"/>
              </a:rPr>
              <a:t>Chương trình ưu đãi có thể giúp người dùng quan tâm hơn đến dịch vụ nạp điện thoại.</a:t>
            </a:r>
          </a:p>
          <a:p>
            <a:r>
              <a:rPr sz="3000" b="0">
                <a:latin typeface="Arial"/>
              </a:rPr>
              <a:t>Số liệu cần được theo dõi để đánh giá hiệu quả.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Arial"/>
              </a:rPr>
              <a:t>Cần cải thiện trải nghiệm người dùng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latin typeface="Arial"/>
              </a:rPr>
              <a:t>Xử lý giao dịch nhanh hơn.</a:t>
            </a:r>
          </a:p>
          <a:p>
            <a:r>
              <a:rPr sz="3000" b="0">
                <a:latin typeface="Arial"/>
              </a:rPr>
              <a:t>Hạn chế lỗi khi thanh toán.</a:t>
            </a:r>
          </a:p>
          <a:p>
            <a:r>
              <a:rPr sz="3000" b="0">
                <a:latin typeface="Arial"/>
              </a:rPr>
              <a:t>Hỗ trợ người dùng khi giao dịch thất bại.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Arial"/>
              </a:rPr>
              <a:t>Kế hoạch trong thời gian tới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latin typeface="Arial"/>
              </a:rPr>
              <a:t>Tiếp tục theo dõi doanh thu.</a:t>
            </a:r>
          </a:p>
          <a:p>
            <a:r>
              <a:rPr sz="3000" b="0">
                <a:latin typeface="Arial"/>
              </a:rPr>
              <a:t>Kiểm tra các giao dịch thất bại.</a:t>
            </a:r>
          </a:p>
          <a:p>
            <a:r>
              <a:rPr sz="3000" b="0">
                <a:latin typeface="Arial"/>
              </a:rPr>
              <a:t>Cải thiện chất lượng dịch vụ.</a:t>
            </a:r>
          </a:p>
          <a:p>
            <a:r>
              <a:rPr sz="3000" b="0">
                <a:latin typeface="Arial"/>
              </a:rPr>
              <a:t>Đánh giá hiệu quả chương trình ưu đãi.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